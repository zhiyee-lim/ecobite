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9E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286000"/>
            <a:ext cx="1463040" cy="1463040"/>
          </a:xfrm>
          <a:prstGeom prst="ellipse">
            <a:avLst/>
          </a:prstGeom>
          <a:solidFill>
            <a:srgbClr val="FFF8F1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2651760"/>
            <a:ext cx="731520" cy="731520"/>
          </a:xfrm>
          <a:prstGeom prst="ellipse">
            <a:avLst/>
          </a:prstGeom>
          <a:solidFill>
            <a:srgbClr val="EF9F2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0" y="210312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743200" y="3383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leftovers · Cook new dishes · Waste nothing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0" y="41148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mobile app that turns your fridge leftovers into delicious new recipes — saving food, money and the planet, one bite at a time.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·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0" y="63093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· Good Health and Well-being   ·   SDG 12 · Responsible Consumption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is a silent crisis in every household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1.05B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38328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food wasted globally each year (UNEP, 2024)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1,800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38328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year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Malaysian household to spoiled food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846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383280" y="5257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emissions come from food waste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0" y="2103120"/>
            <a:ext cx="4206240" cy="411480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2834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home cooks don't throw food away on purpose — they simply run out of ideas for what to cook with what's already in the fridge."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680960" y="48463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waste edible food not from negligence, but from a lack of inspiration and time.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UN SDG 3 · Good Health and Well-being   +   SDG 12 · Responsible Consumption and Production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 turns leftovers into recipes — instantly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taps from photo to dinner. AI does the thinking — you just cook.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6588" y="2651760"/>
            <a:ext cx="35204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6588" y="2651760"/>
            <a:ext cx="352044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95234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84068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52348" y="42062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Recognition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348" y="48463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a photo of your fridge. Claude vision model identifies every ingredient with confidence scores.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5628" y="2651760"/>
            <a:ext cx="35204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5628" y="2651760"/>
            <a:ext cx="352044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1"/>
          <p:cNvSpPr/>
          <p:nvPr/>
        </p:nvSpPr>
        <p:spPr>
          <a:xfrm>
            <a:off x="470138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🍳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033108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1388" y="42062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Recipe Matching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1388" y="48463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4 personalized dishes ranked by ingredient match. Filter by cuisine, time, dietary needs.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84668" y="2651760"/>
            <a:ext cx="352044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84668" y="2651760"/>
            <a:ext cx="3520440" cy="109728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9" name="Text 17"/>
          <p:cNvSpPr/>
          <p:nvPr/>
        </p:nvSpPr>
        <p:spPr>
          <a:xfrm>
            <a:off x="8450428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0782148" y="3017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0428" y="42062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Impact Tracking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50428" y="48463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weekly food saved (kg) and money saved (RM). Build a habit by seeing real results.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fridge photo to finished meal in under 30 seconds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12368" y="210312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5" name="Text 3"/>
          <p:cNvSpPr/>
          <p:nvPr/>
        </p:nvSpPr>
        <p:spPr>
          <a:xfrm>
            <a:off x="111236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52548" y="2514600"/>
            <a:ext cx="228600" cy="0"/>
          </a:xfrm>
          <a:prstGeom prst="line">
            <a:avLst/>
          </a:prstGeom>
          <a:noFill/>
          <a:ln w="25400">
            <a:solidFill>
              <a:srgbClr val="97C459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49428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0868" y="3611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camera, photograph leftovers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8368" y="210312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0" name="Text 8"/>
          <p:cNvSpPr/>
          <p:nvPr/>
        </p:nvSpPr>
        <p:spPr>
          <a:xfrm>
            <a:off x="339836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838548" y="2514600"/>
            <a:ext cx="228600" cy="0"/>
          </a:xfrm>
          <a:prstGeom prst="line">
            <a:avLst/>
          </a:prstGeom>
          <a:noFill/>
          <a:ln w="25400">
            <a:solidFill>
              <a:srgbClr val="97C459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735428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26868" y="3611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ingredients with confidence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84368" y="210312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/>
          <p:nvPr/>
        </p:nvSpPr>
        <p:spPr>
          <a:xfrm>
            <a:off x="568436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124548" y="2514600"/>
            <a:ext cx="228600" cy="0"/>
          </a:xfrm>
          <a:prstGeom prst="line">
            <a:avLst/>
          </a:prstGeom>
          <a:noFill/>
          <a:ln w="25400">
            <a:solidFill>
              <a:srgbClr val="97C459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021428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12868" y="3611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chips, add prefs (vegetarian, halal)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70368" y="210312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0" name="Text 18"/>
          <p:cNvSpPr/>
          <p:nvPr/>
        </p:nvSpPr>
        <p:spPr>
          <a:xfrm>
            <a:off x="797036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9410548" y="2514600"/>
            <a:ext cx="228600" cy="0"/>
          </a:xfrm>
          <a:prstGeom prst="line">
            <a:avLst/>
          </a:prstGeom>
          <a:noFill/>
          <a:ln w="25400">
            <a:solidFill>
              <a:srgbClr val="97C459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307428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98868" y="3611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4 ranked recipes with match scores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256368" y="2103120"/>
            <a:ext cx="822960" cy="82296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56368" y="21031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593428" y="31089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84868" y="361188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instructions, save to cookbook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937760"/>
            <a:ext cx="10972800" cy="128016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120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" y="53949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 is fully working today — try it at /ecobite_app.html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(中文 / English) · Real Claude Vision API · 8 avatar profiles · 20 seed recipes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App in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screens, designed for housewives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6588" y="1920240"/>
            <a:ext cx="2057400" cy="411480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5" name="Shape 3"/>
          <p:cNvSpPr/>
          <p:nvPr/>
        </p:nvSpPr>
        <p:spPr>
          <a:xfrm>
            <a:off x="659740" y="2057400"/>
            <a:ext cx="1911096" cy="3840480"/>
          </a:xfrm>
          <a:prstGeom prst="rect">
            <a:avLst/>
          </a:prstGeom>
          <a:solidFill>
            <a:srgbClr val="FFF8F1"/>
          </a:solidFill>
          <a:ln/>
        </p:spPr>
      </p:sp>
      <p:sp>
        <p:nvSpPr>
          <p:cNvPr id="6" name="Shape 4"/>
          <p:cNvSpPr/>
          <p:nvPr/>
        </p:nvSpPr>
        <p:spPr>
          <a:xfrm>
            <a:off x="659740" y="2057400"/>
            <a:ext cx="1911096" cy="164592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7" name="Shape 5"/>
          <p:cNvSpPr/>
          <p:nvPr/>
        </p:nvSpPr>
        <p:spPr>
          <a:xfrm>
            <a:off x="659740" y="2221992"/>
            <a:ext cx="1911096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" name="Text 6"/>
          <p:cNvSpPr/>
          <p:nvPr/>
        </p:nvSpPr>
        <p:spPr>
          <a:xfrm>
            <a:off x="659740" y="2221992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9468" y="283464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60908" y="299923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11" name="Text 9"/>
          <p:cNvSpPr/>
          <p:nvPr/>
        </p:nvSpPr>
        <p:spPr>
          <a:xfrm>
            <a:off x="1043788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Greeting + avatar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69468" y="342900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13" name="Shape 11"/>
          <p:cNvSpPr/>
          <p:nvPr/>
        </p:nvSpPr>
        <p:spPr>
          <a:xfrm>
            <a:off x="860908" y="359359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14" name="Text 12"/>
          <p:cNvSpPr/>
          <p:nvPr/>
        </p:nvSpPr>
        <p:spPr>
          <a:xfrm>
            <a:off x="1043788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eco card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69468" y="402336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60908" y="418795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17" name="Text 15"/>
          <p:cNvSpPr/>
          <p:nvPr/>
        </p:nvSpPr>
        <p:spPr>
          <a:xfrm>
            <a:off x="1043788" y="4069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CTA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69468" y="461772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19" name="Shape 17"/>
          <p:cNvSpPr/>
          <p:nvPr/>
        </p:nvSpPr>
        <p:spPr>
          <a:xfrm>
            <a:off x="860908" y="478231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20" name="Text 18"/>
          <p:cNvSpPr/>
          <p:nvPr/>
        </p:nvSpPr>
        <p:spPr>
          <a:xfrm>
            <a:off x="1043788" y="4663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cooks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52348" y="5532120"/>
            <a:ext cx="1325880" cy="54864"/>
          </a:xfrm>
          <a:prstGeom prst="rect">
            <a:avLst/>
          </a:prstGeom>
          <a:solidFill>
            <a:srgbClr val="6B6B65"/>
          </a:solidFill>
          <a:ln/>
        </p:spPr>
      </p:sp>
      <p:sp>
        <p:nvSpPr>
          <p:cNvPr id="22" name="Text 20"/>
          <p:cNvSpPr/>
          <p:nvPr/>
        </p:nvSpPr>
        <p:spPr>
          <a:xfrm>
            <a:off x="586588" y="6172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26868" y="1920240"/>
            <a:ext cx="2057400" cy="411480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4" name="Shape 22"/>
          <p:cNvSpPr/>
          <p:nvPr/>
        </p:nvSpPr>
        <p:spPr>
          <a:xfrm>
            <a:off x="2900020" y="2057400"/>
            <a:ext cx="1911096" cy="3840480"/>
          </a:xfrm>
          <a:prstGeom prst="rect">
            <a:avLst/>
          </a:prstGeom>
          <a:solidFill>
            <a:srgbClr val="FFF8F1"/>
          </a:solidFill>
          <a:ln/>
        </p:spPr>
      </p:sp>
      <p:sp>
        <p:nvSpPr>
          <p:cNvPr id="25" name="Shape 23"/>
          <p:cNvSpPr/>
          <p:nvPr/>
        </p:nvSpPr>
        <p:spPr>
          <a:xfrm>
            <a:off x="2900020" y="2057400"/>
            <a:ext cx="1911096" cy="164592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26" name="Shape 24"/>
          <p:cNvSpPr/>
          <p:nvPr/>
        </p:nvSpPr>
        <p:spPr>
          <a:xfrm>
            <a:off x="2900020" y="2221992"/>
            <a:ext cx="1911096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7" name="Text 25"/>
          <p:cNvSpPr/>
          <p:nvPr/>
        </p:nvSpPr>
        <p:spPr>
          <a:xfrm>
            <a:off x="2900020" y="2221992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009748" y="283464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101188" y="299923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30" name="Text 28"/>
          <p:cNvSpPr/>
          <p:nvPr/>
        </p:nvSpPr>
        <p:spPr>
          <a:xfrm>
            <a:off x="3284068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upload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009748" y="342900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32" name="Shape 30"/>
          <p:cNvSpPr/>
          <p:nvPr/>
        </p:nvSpPr>
        <p:spPr>
          <a:xfrm>
            <a:off x="3101188" y="359359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33" name="Text 31"/>
          <p:cNvSpPr/>
          <p:nvPr/>
        </p:nvSpPr>
        <p:spPr>
          <a:xfrm>
            <a:off x="3284068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009748" y="402336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3101188" y="418795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36" name="Text 34"/>
          <p:cNvSpPr/>
          <p:nvPr/>
        </p:nvSpPr>
        <p:spPr>
          <a:xfrm>
            <a:off x="3284068" y="4069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Retake controls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009748" y="461772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38" name="Shape 36"/>
          <p:cNvSpPr/>
          <p:nvPr/>
        </p:nvSpPr>
        <p:spPr>
          <a:xfrm>
            <a:off x="3101188" y="478231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39" name="Text 37"/>
          <p:cNvSpPr/>
          <p:nvPr/>
        </p:nvSpPr>
        <p:spPr>
          <a:xfrm>
            <a:off x="3284068" y="4663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card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192628" y="5532120"/>
            <a:ext cx="1325880" cy="54864"/>
          </a:xfrm>
          <a:prstGeom prst="rect">
            <a:avLst/>
          </a:prstGeom>
          <a:solidFill>
            <a:srgbClr val="6B6B65"/>
          </a:solidFill>
          <a:ln/>
        </p:spPr>
      </p:sp>
      <p:sp>
        <p:nvSpPr>
          <p:cNvPr id="41" name="Text 39"/>
          <p:cNvSpPr/>
          <p:nvPr/>
        </p:nvSpPr>
        <p:spPr>
          <a:xfrm>
            <a:off x="2826868" y="6172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67148" y="1920240"/>
            <a:ext cx="2057400" cy="411480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43" name="Shape 41"/>
          <p:cNvSpPr/>
          <p:nvPr/>
        </p:nvSpPr>
        <p:spPr>
          <a:xfrm>
            <a:off x="5140300" y="2057400"/>
            <a:ext cx="1911096" cy="3840480"/>
          </a:xfrm>
          <a:prstGeom prst="rect">
            <a:avLst/>
          </a:prstGeom>
          <a:solidFill>
            <a:srgbClr val="FFF8F1"/>
          </a:solidFill>
          <a:ln/>
        </p:spPr>
      </p:sp>
      <p:sp>
        <p:nvSpPr>
          <p:cNvPr id="44" name="Shape 42"/>
          <p:cNvSpPr/>
          <p:nvPr/>
        </p:nvSpPr>
        <p:spPr>
          <a:xfrm>
            <a:off x="5140300" y="2057400"/>
            <a:ext cx="1911096" cy="164592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45" name="Shape 43"/>
          <p:cNvSpPr/>
          <p:nvPr/>
        </p:nvSpPr>
        <p:spPr>
          <a:xfrm>
            <a:off x="5140300" y="2221992"/>
            <a:ext cx="1911096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6" name="Text 44"/>
          <p:cNvSpPr/>
          <p:nvPr/>
        </p:nvSpPr>
        <p:spPr>
          <a:xfrm>
            <a:off x="5140300" y="2221992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250028" y="283464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6"/>
          <p:cNvSpPr/>
          <p:nvPr/>
        </p:nvSpPr>
        <p:spPr>
          <a:xfrm>
            <a:off x="5341468" y="299923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49" name="Text 47"/>
          <p:cNvSpPr/>
          <p:nvPr/>
        </p:nvSpPr>
        <p:spPr>
          <a:xfrm>
            <a:off x="5524348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chips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250028" y="342900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51" name="Shape 49"/>
          <p:cNvSpPr/>
          <p:nvPr/>
        </p:nvSpPr>
        <p:spPr>
          <a:xfrm>
            <a:off x="5341468" y="359359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52" name="Text 50"/>
          <p:cNvSpPr/>
          <p:nvPr/>
        </p:nvSpPr>
        <p:spPr>
          <a:xfrm>
            <a:off x="5524348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dots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250028" y="402336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5341468" y="418795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55" name="Text 53"/>
          <p:cNvSpPr/>
          <p:nvPr/>
        </p:nvSpPr>
        <p:spPr>
          <a:xfrm>
            <a:off x="5524348" y="4069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manually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250028" y="461772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57" name="Shape 55"/>
          <p:cNvSpPr/>
          <p:nvPr/>
        </p:nvSpPr>
        <p:spPr>
          <a:xfrm>
            <a:off x="5341468" y="478231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58" name="Text 56"/>
          <p:cNvSpPr/>
          <p:nvPr/>
        </p:nvSpPr>
        <p:spPr>
          <a:xfrm>
            <a:off x="5524348" y="4663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prefs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432908" y="5532120"/>
            <a:ext cx="1325880" cy="54864"/>
          </a:xfrm>
          <a:prstGeom prst="rect">
            <a:avLst/>
          </a:prstGeom>
          <a:solidFill>
            <a:srgbClr val="6B6B65"/>
          </a:solidFill>
          <a:ln/>
        </p:spPr>
      </p:sp>
      <p:sp>
        <p:nvSpPr>
          <p:cNvPr id="60" name="Text 58"/>
          <p:cNvSpPr/>
          <p:nvPr/>
        </p:nvSpPr>
        <p:spPr>
          <a:xfrm>
            <a:off x="5067148" y="6172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307428" y="1920240"/>
            <a:ext cx="2057400" cy="411480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2" name="Shape 60"/>
          <p:cNvSpPr/>
          <p:nvPr/>
        </p:nvSpPr>
        <p:spPr>
          <a:xfrm>
            <a:off x="7380580" y="2057400"/>
            <a:ext cx="1911096" cy="3840480"/>
          </a:xfrm>
          <a:prstGeom prst="rect">
            <a:avLst/>
          </a:prstGeom>
          <a:solidFill>
            <a:srgbClr val="FFF8F1"/>
          </a:solidFill>
          <a:ln/>
        </p:spPr>
      </p:sp>
      <p:sp>
        <p:nvSpPr>
          <p:cNvPr id="63" name="Shape 61"/>
          <p:cNvSpPr/>
          <p:nvPr/>
        </p:nvSpPr>
        <p:spPr>
          <a:xfrm>
            <a:off x="7380580" y="2057400"/>
            <a:ext cx="1911096" cy="164592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64" name="Shape 62"/>
          <p:cNvSpPr/>
          <p:nvPr/>
        </p:nvSpPr>
        <p:spPr>
          <a:xfrm>
            <a:off x="7380580" y="2221992"/>
            <a:ext cx="1911096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5" name="Text 63"/>
          <p:cNvSpPr/>
          <p:nvPr/>
        </p:nvSpPr>
        <p:spPr>
          <a:xfrm>
            <a:off x="7380580" y="2221992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490308" y="283464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hape 65"/>
          <p:cNvSpPr/>
          <p:nvPr/>
        </p:nvSpPr>
        <p:spPr>
          <a:xfrm>
            <a:off x="7581748" y="299923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68" name="Text 66"/>
          <p:cNvSpPr/>
          <p:nvPr/>
        </p:nvSpPr>
        <p:spPr>
          <a:xfrm>
            <a:off x="7764628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AI suggestions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490308" y="342900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70" name="Shape 68"/>
          <p:cNvSpPr/>
          <p:nvPr/>
        </p:nvSpPr>
        <p:spPr>
          <a:xfrm>
            <a:off x="7581748" y="359359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71" name="Text 69"/>
          <p:cNvSpPr/>
          <p:nvPr/>
        </p:nvSpPr>
        <p:spPr>
          <a:xfrm>
            <a:off x="7764628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490308" y="402336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7581748" y="418795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74" name="Text 72"/>
          <p:cNvSpPr/>
          <p:nvPr/>
        </p:nvSpPr>
        <p:spPr>
          <a:xfrm>
            <a:off x="7764628" y="4069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pills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490308" y="461772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76" name="Shape 74"/>
          <p:cNvSpPr/>
          <p:nvPr/>
        </p:nvSpPr>
        <p:spPr>
          <a:xfrm>
            <a:off x="7581748" y="478231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77" name="Text 75"/>
          <p:cNvSpPr/>
          <p:nvPr/>
        </p:nvSpPr>
        <p:spPr>
          <a:xfrm>
            <a:off x="7764628" y="4663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673188" y="5532120"/>
            <a:ext cx="1325880" cy="54864"/>
          </a:xfrm>
          <a:prstGeom prst="rect">
            <a:avLst/>
          </a:prstGeom>
          <a:solidFill>
            <a:srgbClr val="6B6B65"/>
          </a:solidFill>
          <a:ln/>
        </p:spPr>
      </p:sp>
      <p:sp>
        <p:nvSpPr>
          <p:cNvPr id="79" name="Text 77"/>
          <p:cNvSpPr/>
          <p:nvPr/>
        </p:nvSpPr>
        <p:spPr>
          <a:xfrm>
            <a:off x="7307428" y="6172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9547708" y="1920240"/>
            <a:ext cx="2057400" cy="4114800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1" name="Shape 79"/>
          <p:cNvSpPr/>
          <p:nvPr/>
        </p:nvSpPr>
        <p:spPr>
          <a:xfrm>
            <a:off x="9620860" y="2057400"/>
            <a:ext cx="1911096" cy="3840480"/>
          </a:xfrm>
          <a:prstGeom prst="rect">
            <a:avLst/>
          </a:prstGeom>
          <a:solidFill>
            <a:srgbClr val="FFF8F1"/>
          </a:solidFill>
          <a:ln/>
        </p:spPr>
      </p:sp>
      <p:sp>
        <p:nvSpPr>
          <p:cNvPr id="82" name="Shape 80"/>
          <p:cNvSpPr/>
          <p:nvPr/>
        </p:nvSpPr>
        <p:spPr>
          <a:xfrm>
            <a:off x="9620860" y="2057400"/>
            <a:ext cx="1911096" cy="164592"/>
          </a:xfrm>
          <a:prstGeom prst="rect">
            <a:avLst/>
          </a:prstGeom>
          <a:solidFill>
            <a:srgbClr val="2C2C2A"/>
          </a:solidFill>
          <a:ln/>
        </p:spPr>
      </p:sp>
      <p:sp>
        <p:nvSpPr>
          <p:cNvPr id="83" name="Shape 81"/>
          <p:cNvSpPr/>
          <p:nvPr/>
        </p:nvSpPr>
        <p:spPr>
          <a:xfrm>
            <a:off x="9620860" y="2221992"/>
            <a:ext cx="1911096" cy="4114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84" name="Text 82"/>
          <p:cNvSpPr/>
          <p:nvPr/>
        </p:nvSpPr>
        <p:spPr>
          <a:xfrm>
            <a:off x="9620860" y="2221992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9730588" y="283464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6" name="Shape 84"/>
          <p:cNvSpPr/>
          <p:nvPr/>
        </p:nvSpPr>
        <p:spPr>
          <a:xfrm>
            <a:off x="9822028" y="299923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87" name="Text 85"/>
          <p:cNvSpPr/>
          <p:nvPr/>
        </p:nvSpPr>
        <p:spPr>
          <a:xfrm>
            <a:off x="10004908" y="2880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instructions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9730588" y="342900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89" name="Shape 87"/>
          <p:cNvSpPr/>
          <p:nvPr/>
        </p:nvSpPr>
        <p:spPr>
          <a:xfrm>
            <a:off x="9822028" y="359359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90" name="Text 88"/>
          <p:cNvSpPr/>
          <p:nvPr/>
        </p:nvSpPr>
        <p:spPr>
          <a:xfrm>
            <a:off x="10004908" y="3474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impact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9730588" y="4023360"/>
            <a:ext cx="16916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2" name="Shape 90"/>
          <p:cNvSpPr/>
          <p:nvPr/>
        </p:nvSpPr>
        <p:spPr>
          <a:xfrm>
            <a:off x="9822028" y="418795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93" name="Text 91"/>
          <p:cNvSpPr/>
          <p:nvPr/>
        </p:nvSpPr>
        <p:spPr>
          <a:xfrm>
            <a:off x="10004908" y="4069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list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9730588" y="4617720"/>
            <a:ext cx="1691640" cy="45720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95" name="Shape 93"/>
          <p:cNvSpPr/>
          <p:nvPr/>
        </p:nvSpPr>
        <p:spPr>
          <a:xfrm>
            <a:off x="9822028" y="4782312"/>
            <a:ext cx="128016" cy="128016"/>
          </a:xfrm>
          <a:prstGeom prst="ellipse">
            <a:avLst/>
          </a:prstGeom>
          <a:solidFill>
            <a:srgbClr val="97C459"/>
          </a:solidFill>
          <a:ln/>
        </p:spPr>
      </p:sp>
      <p:sp>
        <p:nvSpPr>
          <p:cNvPr id="96" name="Text 94"/>
          <p:cNvSpPr/>
          <p:nvPr/>
        </p:nvSpPr>
        <p:spPr>
          <a:xfrm>
            <a:off x="10004908" y="4663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share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9913468" y="5532120"/>
            <a:ext cx="1325880" cy="54864"/>
          </a:xfrm>
          <a:prstGeom prst="rect">
            <a:avLst/>
          </a:prstGeom>
          <a:solidFill>
            <a:srgbClr val="6B6B65"/>
          </a:solidFill>
          <a:ln/>
        </p:spPr>
      </p:sp>
      <p:sp>
        <p:nvSpPr>
          <p:cNvPr id="98" name="Text 96"/>
          <p:cNvSpPr/>
          <p:nvPr/>
        </p:nvSpPr>
        <p:spPr>
          <a:xfrm>
            <a:off x="9547708" y="61722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Who We Help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people, measurable impact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212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377440"/>
            <a:ext cx="91440" cy="10972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Housewives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cooks managing a family budget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 in Malaysia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5212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657600"/>
            <a:ext cx="91440" cy="10972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Time-strapped, want quick healthy meals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5M+ urban Malaysians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5212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937760"/>
            <a:ext cx="91440" cy="10972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Eco-conscious students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440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live sustainably on a budget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5715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1.2M tertiary students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household / year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0" y="2377440"/>
            <a:ext cx="5120640" cy="109728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468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1,200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509760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on groceries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657600"/>
            <a:ext cx="5120640" cy="109728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749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kg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509760" y="37490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rescued from bin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4937760"/>
            <a:ext cx="5120640" cy="109728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5029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kg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9509760" y="5029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emissions avoided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Risks &amp; Mitigation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thought hard about what could go wrong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49240" cy="45720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26480" y="1920240"/>
            <a:ext cx="5422392" cy="4572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349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231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misidentifies ingredients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377440"/>
            <a:ext cx="542239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42316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shown to user; chips are tap-to-remove; manual add input always available.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349240" cy="77724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costs scale with usage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3154680"/>
            <a:ext cx="5422392" cy="77724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32004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repeat detections per user; offer offline fallback recipe library; freemium model after MVP.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5349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776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 over fridge photos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3931920"/>
            <a:ext cx="542239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397764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processed in memory and not stored on servers; profile data stays in localStorage; opt-in only.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709160"/>
            <a:ext cx="5349240" cy="77724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7548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Malaysian recipe coverage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4709160"/>
            <a:ext cx="5422392" cy="77724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7548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local food bloggers; expand library quarterly; let users submit family recipes.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534924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5321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may not change habits long-term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26480" y="5486400"/>
            <a:ext cx="5422392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5532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eco-impact dashboard; gamified streaks; family sharing leaderboard for accountability.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4000" y="2011680"/>
            <a:ext cx="2697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4000" y="2011680"/>
            <a:ext cx="2697480" cy="10058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Text 4"/>
          <p:cNvSpPr/>
          <p:nvPr/>
        </p:nvSpPr>
        <p:spPr>
          <a:xfrm>
            <a:off x="682600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2600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8320" y="32918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Malaysian housewife testers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AI accuracy with real photos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Bahasa Malaysia translation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16072" y="2011680"/>
            <a:ext cx="2697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6072" y="2011680"/>
            <a:ext cx="2697480" cy="10058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/>
          <p:nvPr/>
        </p:nvSpPr>
        <p:spPr>
          <a:xfrm>
            <a:off x="3544672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44672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release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90392" y="32918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Store + App Store launch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Family/group cookbook sharing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Halal-certified recipe filter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8144" y="2011680"/>
            <a:ext cx="2697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8144" y="2011680"/>
            <a:ext cx="2697480" cy="10058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6744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6744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phase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52464" y="32918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Tesco/Lotus's grocery integrations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food blogger collaborations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recipe submissions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40216" y="2011680"/>
            <a:ext cx="269748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40216" y="2011680"/>
            <a:ext cx="2697480" cy="10058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1" name="Text 19"/>
          <p:cNvSpPr/>
          <p:nvPr/>
        </p:nvSpPr>
        <p:spPr>
          <a:xfrm>
            <a:off x="9268816" y="2148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68816" y="24688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across SEA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14536" y="3291840"/>
            <a:ext cx="2240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Indonesia &amp; Philippines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nutritional advice (SDG 3)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+ NGO partnerships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Marketing 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reach 100K Malaysian households in year 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4000" y="1783080"/>
            <a:ext cx="269748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4000" y="1783080"/>
            <a:ext cx="2697480" cy="9144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6" name="Text 4"/>
          <p:cNvSpPr/>
          <p:nvPr/>
        </p:nvSpPr>
        <p:spPr>
          <a:xfrm>
            <a:off x="6826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511400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260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Influencer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2600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/ Instagram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2600" y="3429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20 home-cook influencers (Aunty Aini, Sarah Cooks). Daily "snap-and-cook" reels.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2600" y="4251960"/>
            <a:ext cx="2240280" cy="292608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2600" y="42519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views / mo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16072" y="1783080"/>
            <a:ext cx="269748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6072" y="1783080"/>
            <a:ext cx="2697480" cy="9144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5" name="Text 13"/>
          <p:cNvSpPr/>
          <p:nvPr/>
        </p:nvSpPr>
        <p:spPr>
          <a:xfrm>
            <a:off x="3544672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373472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44672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Partnerships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44672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PTAs · NGOs · Mosques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44672" y="3429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with Persatuan Suri Rumah; talks at Ramadan bazaars; partner with MAEPS food-waste programme.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44672" y="4251960"/>
            <a:ext cx="2240280" cy="292608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21" name="Text 19"/>
          <p:cNvSpPr/>
          <p:nvPr/>
        </p:nvSpPr>
        <p:spPr>
          <a:xfrm>
            <a:off x="3544672" y="42519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events / yr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8144" y="1783080"/>
            <a:ext cx="269748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8144" y="1783080"/>
            <a:ext cx="2697480" cy="9144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4" name="Text 22"/>
          <p:cNvSpPr/>
          <p:nvPr/>
        </p:nvSpPr>
        <p:spPr>
          <a:xfrm>
            <a:off x="6406744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235544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6744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Integration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6744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Tesco · Lotus's · Jaya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6744" y="3429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shelf tags: "Got leftovers? Snap them with ecoBite." Co-branded promotions on receipts.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6744" y="4251960"/>
            <a:ext cx="2240280" cy="292608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30" name="Text 28"/>
          <p:cNvSpPr/>
          <p:nvPr/>
        </p:nvSpPr>
        <p:spPr>
          <a:xfrm>
            <a:off x="6406744" y="42519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stores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40216" y="1783080"/>
            <a:ext cx="2697480" cy="2880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40216" y="1783080"/>
            <a:ext cx="2697480" cy="9144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3" name="Text 31"/>
          <p:cNvSpPr/>
          <p:nvPr/>
        </p:nvSpPr>
        <p:spPr>
          <a:xfrm>
            <a:off x="9268816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11097616" y="2057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268816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Media &amp; PR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268816" y="3108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· Press · Podcasts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268816" y="34290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to The Star, NST Lifestyle, BFM89.9. Position as Malaysia's first AI food-waste solution.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268816" y="4251960"/>
            <a:ext cx="2240280" cy="292608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39" name="Text 37"/>
          <p:cNvSpPr/>
          <p:nvPr/>
        </p:nvSpPr>
        <p:spPr>
          <a:xfrm>
            <a:off x="9268816" y="425196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features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funnel &amp; budget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5120640"/>
            <a:ext cx="1828800" cy="1005840"/>
          </a:xfrm>
          <a:prstGeom prst="rect">
            <a:avLst/>
          </a:prstGeom>
          <a:solidFill>
            <a:srgbClr val="97C459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5212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640080" y="5715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" y="5925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423160" y="5394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2560320" y="5120640"/>
            <a:ext cx="1828800" cy="10058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47" name="Text 45"/>
          <p:cNvSpPr/>
          <p:nvPr/>
        </p:nvSpPr>
        <p:spPr>
          <a:xfrm>
            <a:off x="2560320" y="5212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2560320" y="5715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560320" y="5925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visits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343400" y="5394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4480560" y="5120640"/>
            <a:ext cx="1828800" cy="10058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52" name="Text 50"/>
          <p:cNvSpPr/>
          <p:nvPr/>
        </p:nvSpPr>
        <p:spPr>
          <a:xfrm>
            <a:off x="4480560" y="5212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4480560" y="5715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480560" y="5925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63640" y="5394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6400800" y="5120640"/>
            <a:ext cx="1828800" cy="1005840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57" name="Text 55"/>
          <p:cNvSpPr/>
          <p:nvPr/>
        </p:nvSpPr>
        <p:spPr>
          <a:xfrm>
            <a:off x="6400800" y="5212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6400800" y="5715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00800" y="5925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cooks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366760" y="5120640"/>
            <a:ext cx="3154680" cy="1005840"/>
          </a:xfrm>
          <a:prstGeom prst="rect">
            <a:avLst/>
          </a:prstGeom>
          <a:solidFill>
            <a:srgbClr val="383223"/>
          </a:solidFill>
          <a:ln/>
        </p:spPr>
      </p:sp>
      <p:sp>
        <p:nvSpPr>
          <p:cNvPr id="61" name="Text 59"/>
          <p:cNvSpPr/>
          <p:nvPr/>
        </p:nvSpPr>
        <p:spPr>
          <a:xfrm>
            <a:off x="8549640" y="523036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BUDGET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549640" y="5440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350K</a:t>
            </a:r>
            <a:endParaRPr lang="en-US" sz="2600" dirty="0"/>
          </a:p>
        </p:txBody>
      </p:sp>
      <p:sp>
        <p:nvSpPr>
          <p:cNvPr id="63" name="Text 61"/>
          <p:cNvSpPr/>
          <p:nvPr/>
        </p:nvSpPr>
        <p:spPr>
          <a:xfrm>
            <a:off x="8549640" y="58978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3.50 cost per active user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The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building ecoBite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focused team blending product, engineering and food science.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3688" y="246888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2328" y="2834640"/>
            <a:ext cx="1097280" cy="1097280"/>
          </a:xfrm>
          <a:prstGeom prst="ellipse">
            <a:avLst/>
          </a:prstGeom>
          <a:solidFill>
            <a:srgbClr val="F4F8EB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2328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0848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8008" y="4480560"/>
            <a:ext cx="1645920" cy="29260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0" name="Text 8"/>
          <p:cNvSpPr/>
          <p:nvPr/>
        </p:nvSpPr>
        <p:spPr>
          <a:xfrm>
            <a:off x="518008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vision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6568" y="4937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yrs in product management; led 3 successful mobile launches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621128" y="246888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9768" y="2834640"/>
            <a:ext cx="1097280" cy="1097280"/>
          </a:xfrm>
          <a:prstGeom prst="ellipse">
            <a:avLst/>
          </a:prstGeom>
          <a:solidFill>
            <a:srgbClr val="F4F8EB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9768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758288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95448" y="4480560"/>
            <a:ext cx="1645920" cy="29260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17" name="Text 15"/>
          <p:cNvSpPr/>
          <p:nvPr/>
        </p:nvSpPr>
        <p:spPr>
          <a:xfrm>
            <a:off x="2895448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04008" y="4937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apps; React, HTML5, Tailwind; design systems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998568" y="246888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47208" y="2834640"/>
            <a:ext cx="1097280" cy="1097280"/>
          </a:xfrm>
          <a:prstGeom prst="ellipse">
            <a:avLst/>
          </a:prstGeom>
          <a:solidFill>
            <a:srgbClr val="F4F8EB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47208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135728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272888" y="4480560"/>
            <a:ext cx="1645920" cy="29260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24" name="Text 22"/>
          <p:cNvSpPr/>
          <p:nvPr/>
        </p:nvSpPr>
        <p:spPr>
          <a:xfrm>
            <a:off x="5272888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NLP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81448" y="4937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research; integrated Claude API &amp; prompt engineering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376008" y="246888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24648" y="2834640"/>
            <a:ext cx="1097280" cy="1097280"/>
          </a:xfrm>
          <a:prstGeom prst="ellipse">
            <a:avLst/>
          </a:prstGeom>
          <a:solidFill>
            <a:srgbClr val="F4F8EB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24648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513168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Scientist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50328" y="4480560"/>
            <a:ext cx="1645920" cy="29260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1" name="Text 29"/>
          <p:cNvSpPr/>
          <p:nvPr/>
        </p:nvSpPr>
        <p:spPr>
          <a:xfrm>
            <a:off x="7650328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curation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58888" y="4937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chef; nutrition advisor; content authority on local cuisine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753448" y="2468880"/>
            <a:ext cx="21945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02088" y="2834640"/>
            <a:ext cx="1097280" cy="1097280"/>
          </a:xfrm>
          <a:prstGeom prst="ellipse">
            <a:avLst/>
          </a:prstGeom>
          <a:solidFill>
            <a:srgbClr val="F4F8EB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02088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9890608" y="4069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027768" y="4480560"/>
            <a:ext cx="1645920" cy="292608"/>
          </a:xfrm>
          <a:prstGeom prst="rect">
            <a:avLst/>
          </a:prstGeom>
          <a:solidFill>
            <a:srgbClr val="EF9F27"/>
          </a:solidFill>
          <a:ln/>
        </p:spPr>
      </p:sp>
      <p:sp>
        <p:nvSpPr>
          <p:cNvPr id="38" name="Text 36"/>
          <p:cNvSpPr/>
          <p:nvPr/>
        </p:nvSpPr>
        <p:spPr>
          <a:xfrm>
            <a:off x="10027768" y="4480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&amp; growth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936328" y="4937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programmes; B2B partnerships; SDG impact reporting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Behind the Scenes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proven technology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188720" cy="4114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774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65960" y="2377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 (vision + recipe)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188720" cy="4114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3017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Tailwind CSS, vanilla JS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188720" cy="4114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657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657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for offline-first UX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97680"/>
            <a:ext cx="1188720" cy="4114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2976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4297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bilingual (中文 / English)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1188720" cy="4114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9377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4937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Unsplash CDN, smart keyword mapping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32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0" y="2377440"/>
            <a:ext cx="5120640" cy="128016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377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4.2B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400800" y="31089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wasted yearly in Malaysia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3840480"/>
            <a:ext cx="1645920" cy="137160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8M+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92240" y="4617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3840480"/>
            <a:ext cx="1645920" cy="137160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8229600" y="4617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penetration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875520" y="3840480"/>
            <a:ext cx="1645920" cy="1371600"/>
          </a:xfrm>
          <a:prstGeom prst="rect">
            <a:avLst/>
          </a:prstGeom>
          <a:solidFill>
            <a:srgbClr val="F4F8EB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0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966960" y="4617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food-waste nations per capita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9E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leftover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i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deserves a second chance.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ecoBite today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ecobite.app   ·   hello@ecobite.app   ·   @ecobite_my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9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8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ecoBite — Project Presentation</dc:title>
  <dc:subject>PptxGenJS Presentation</dc:subject>
  <dc:creator>ecoBite Team</dc:creator>
  <cp:lastModifiedBy>ecoBite Team</cp:lastModifiedBy>
  <cp:revision>1</cp:revision>
  <dcterms:created xsi:type="dcterms:W3CDTF">2026-04-30T18:08:39Z</dcterms:created>
  <dcterms:modified xsi:type="dcterms:W3CDTF">2026-04-30T18:08:39Z</dcterms:modified>
</cp:coreProperties>
</file>